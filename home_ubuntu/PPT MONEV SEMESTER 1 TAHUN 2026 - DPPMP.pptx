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4" r:id="rId3"/>
    <p:sldId id="281" r:id="rId4"/>
    <p:sldId id="276" r:id="rId5"/>
    <p:sldId id="282" r:id="rId6"/>
    <p:sldId id="283" r:id="rId7"/>
    <p:sldId id="287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8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5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3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0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MONITORING DAN EVALUASI RKAT SEMESTER 1 TAHUN </a:t>
            </a:r>
            <a:r>
              <a:rPr lang="en-US" sz="6000" dirty="0" smtClean="0"/>
              <a:t>2026 UNIVERSITAS STIKUBANK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KERJA : DIREKTORAT PENELITIAN, PENGABDIAN KEPADA MASYARAKAT, DAN PUBLIKASI (DPPMP)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</a:t>
            </a:r>
            <a:r>
              <a:rPr lang="en-US" dirty="0" err="1" smtClean="0"/>
              <a:t>paparan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81719"/>
            <a:ext cx="9601196" cy="37941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EXECUTIVE MATRIX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CAPAIAN PROKER SEMESTER 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FAKTOR-FAKTOR PENDUKUNG KEBERHASILAN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 PENGHAMBAT PELAKSANAAN PROKER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MATRIX RISIKO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PERBAIKAN SEMESTER II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KERJA DAN ANGGARAN PERUBAHAN (RKAP) SEMESTER 2 TAHUN 2026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206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MATRIX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822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22"/>
                <a:gridCol w="5792777"/>
                <a:gridCol w="3352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ASPEK PERHATIAN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TINGKAT CAPAIAN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Kinerja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 Program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Belum dapat dinilai (data capaian output/KPI non-keuangan belum tersedia)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Serapan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Anggaran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Belum dapat dinilai (data non-keuangan belum tersedia)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Selesai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dari 12 (FORKOM; catatan: melebihi pagu, bukan capaian positif)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Risiko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Tinggi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Terlambat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dari 12 (berpotensi terlambat, serapan 0% s.d. Juni)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Disetujui (RKAT)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dari 12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Rekomendasi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5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1030310"/>
          </a:xfrm>
        </p:spPr>
        <p:txBody>
          <a:bodyPr/>
          <a:lstStyle/>
          <a:p>
            <a:r>
              <a:rPr lang="en-US" dirty="0" smtClean="0"/>
              <a:t>CAPAIAN PROKER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4217"/>
              </p:ext>
            </p:extLst>
          </p:nvPr>
        </p:nvGraphicFramePr>
        <p:xfrm>
          <a:off x="1023938" y="1133343"/>
          <a:ext cx="9614011" cy="523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868"/>
                <a:gridCol w="1760618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REALISASI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Penelitian Internal dan Kerjasama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140.000.000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17.500.000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Pengabdian kepada Masyarakat Internal dan Kerjasama Internasional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56.000.000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5.000.000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Insentif Publikasi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66.600.000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23.030.000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Insentif Hak Cipta Buku dll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8.640.000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2.160.000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Workshop dan Klinik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6.000.000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1.084.000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Asosiasi FORKOM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2.500.000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2.550.000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Pembayaran DOI artikel jurnal dan iuran RJI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2.500.000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Maintenance SIRISBANK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2.500.000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Reviewer Pn dan Pm eksternal (Kegiatan Monev)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7.800.000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Pengelolaan Jurnal Internal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5.000.000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870.000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Akreditasi Jurnal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2.500.000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KKN Tematik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200.000.000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TOTAL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500.040.000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Rp 52.194.000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8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70833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PENDUKUNG KEBERHASILAN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2301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BERHASIL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Insentif Publikasi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Klaim insentif publikasi terealisasi sebagian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Proses klaim insentif berjalan rutin sesuai pengajuan dosen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Insentif Hak Cipta Buku dll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Klaim insentif HKI terealisasi sebagian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Pengurusan HKI dosen berjalan sesuai jadwal pengajuan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Pengelolaan Jurnal Internal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Operasional pengelolaan jurnal berjalan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Aktivitas pengelolaan jurnal internal berjalan rutin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Workshop dan Klinik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Sebagian kegiatan workshop/klinik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Pelaksanaan bertahap sesuai jadwal semester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Penelitian Internal dan Kerjasama Internasional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Sebagian pencairan dana penelitian terealisasi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Tahapan pencairan penelitian mengikuti termin kegiatan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Pengabdian kepada Masyarakat Internal dan Kerjasama Internasional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Sebagian pencairan dana pengabdian terealisasi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Tahapan pencairan pengabdian mengikuti termin kegiatan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Asosiasi FORKOM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Iuran keanggotaan telah dibayarkan penuh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102%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Kewajiban keanggotaan asosiasi terpenuhi (catatan: melebihi pagu)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697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PENGHAMBAT PELAKSANAAN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36898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GAGAL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Pembayaran DOI artikel jurnal dan iuran RJI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Belum ada pencairan s.d. Juni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Belum ada pengajuan/klaim DOI dan iuran RJI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Maintenance SIRISBANK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Belum ada pencairan s.d. Juni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Kegiatan maintenance belum dijadwalkan/dilaksanakan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Reviewer Pn dan Pm eksternal (Kegiatan Monev)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Belum ada pencairan s.d. Juni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Kegiatan monev/reviewer eksternal belum dilaksanakan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Akreditasi Jurnal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Belum ada pencairan s.d. Juni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Proses akreditasi jurnal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KKN Tematik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Belum ada pencairan s.d. Juni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Pelaksanaan KKN Tematik direncanakan pada periode berikutnya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0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RISIKO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811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RISIKO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PROBABILITAS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DAMPAK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MITIGASI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PIS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Keuangan: rendahnya serapan anggaran pada 10 dari 12 program (baru 10% s.d. Juni 2026)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Merah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Percepatan pelaksanaan dan pelaporan realisasi anggaran secara berkala (bulanan) ke bagian keuangan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Direktur DPPMP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Keuangan: realisasi Asosiasi FORKOM melebihi pagu anggaran yang disetujui (102%)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Verifikasi ulang dan usulan penambahan/penyesuaian alokasi anggaran pada revisi RKAT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Direktur DPPMP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Data: anomali input anggaran pada sistem Ebudgeting (kekurangan digit pada 2 sel)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Rendah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Verifikasi berkala data realisasi oleh admin Ebudgeting sebelum periode pelaporan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 Ebudgeting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PERBAIKAN SEMESTER 2 TAHUN 2026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439849"/>
              </p:ext>
            </p:extLst>
          </p:nvPr>
        </p:nvGraphicFramePr>
        <p:xfrm>
          <a:off x="1023938" y="1133343"/>
          <a:ext cx="9614011" cy="525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301162"/>
                <a:gridCol w="2537071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AGENDA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TARGET HASIL DAN WAKTU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BERHASIL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Percepatan pelaporan realisasi pencairan anggaran pada 10 program dengan serapan rendah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&gt;=70% pada akhir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Laporan realisasi bulanan tercatat lengkap di Ebudgeting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Direktur DPPMP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Usulan penambahan/penyesuaian alokasi anggaran Asosiasi FORKOM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Revisi RKAT disetujui awal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Alokasi baru tercatat, serapan tidak melebihi 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Direktur DPPMP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Koreksi data realisasi Pengelolaan Jurnal Internal pada sistem Ebudgeting (Rp870 -&gt; Rp870.000)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 diperbaiki sebelum periode pelaporan berikutnya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Nilai realisasi sesuai bukti pencairan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Admin Ebudgeting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Verifikasi berkala data anggaran untuk mencegah anomali input serupa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Rutin bulanan sepanjang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Tidak ditemukan anomali data pada laporan berikutnya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Admin Ebudgeting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Percepatan pelaksanaan KKN Tematik dan program dengan serapan 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Pelaksanaan dimulai awal 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Minimal 50% program dengan serapan 0% telah terealisasi pada Triwulan III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Direktur DPPMP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99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KERJA DAN ANGGARAN PERUBAHAN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233192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2588654"/>
                <a:gridCol w="2305318"/>
                <a:gridCol w="193176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SASARAN DAN WAKTU PELAKSANAAN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Penelitian Internal dan Kerjasama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Pengabdian kepada Masyarakat Internal dan Kerjasama Internasional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Insentif Publikasi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Insentif Hak Cipta Buku dll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Workshop dan Klinik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Asosiasi FORKOM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Alokasi anggaran direvisi (usulan tambahan), tidak melebihi pagu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Revisi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Pembayaran DOI artikel jurnal dan iuran RJI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Maintenance SIRISBANK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Reviewer Pn dan Pm eksternal (Kegiatan Monev)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Pengelolaan Jurnal Internal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Data realisasi dikoreksi; pencairan lanjutan sesuai rencana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Akreditasi Jurnal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DPPMP : KKN Tematik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Program dilanjutkan, target serapan 100% pada akhir tahun anggaran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Semester II Tahun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7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2068</TotalTime>
  <Words>270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MS Mincho</vt:lpstr>
      <vt:lpstr>Times New Roman</vt:lpstr>
      <vt:lpstr>Retrospect</vt:lpstr>
      <vt:lpstr>MONITORING DAN EVALUASI RKAT SEMESTER 1 TAHUN 2026 UNIVERSITAS STIKUBANK</vt:lpstr>
      <vt:lpstr>Isi paparan</vt:lpstr>
      <vt:lpstr>EXECUTIVE MATRIX SUMMARY</vt:lpstr>
      <vt:lpstr>CAPAIAN PROKER</vt:lpstr>
      <vt:lpstr>FAKTOR PENDUKUNG KEBERHASILAN PROKER</vt:lpstr>
      <vt:lpstr>FAKTOR PENGHAMBAT PELAKSANAAN PROKER</vt:lpstr>
      <vt:lpstr>MATRIX RISIKO</vt:lpstr>
      <vt:lpstr>RENCANA PERBAIKAN SEMESTER 2 TAHUN 2026</vt:lpstr>
      <vt:lpstr>RENCANA KERJA DAN ANGGARAN PERUBAHAN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Bahan sharing</dc:title>
  <dc:creator>Windows User</dc:creator>
  <cp:lastModifiedBy>Windows User</cp:lastModifiedBy>
  <cp:revision>28</cp:revision>
  <dcterms:created xsi:type="dcterms:W3CDTF">2024-11-04T15:57:02Z</dcterms:created>
  <dcterms:modified xsi:type="dcterms:W3CDTF">2026-07-23T08:31:40Z</dcterms:modified>
</cp:coreProperties>
</file>