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74" r:id="rId3"/>
    <p:sldId id="281" r:id="rId4"/>
    <p:sldId id="276" r:id="rId5"/>
    <p:sldId id="282" r:id="rId6"/>
    <p:sldId id="283" r:id="rId7"/>
    <p:sldId id="287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68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4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5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9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4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3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9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8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9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5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4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50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MONITORING DAN EVALUASI RKAT SEMESTER 1 TAHUN </a:t>
            </a:r>
            <a:r>
              <a:rPr lang="en-US" sz="6000" dirty="0" smtClean="0"/>
              <a:t>2026 UNIVERSITAS STIKUBANK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UNIT KERJA :………………….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Isi </a:t>
            </a:r>
            <a:r>
              <a:rPr lang="en-US" dirty="0" err="1" smtClean="0"/>
              <a:t>paparan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081719"/>
            <a:ext cx="9601196" cy="379414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EXECUTIVE MATRIX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CAPAIAN PROKER SEMESTER 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FAKTOR-FAKTOR PENDUKUNG KEBERHASILAN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 PENGHAMBAT PELAKSANAAN PROKER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MATRIX RISIKO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PERBAIKAN SEMESTER II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KERJA DAN ANGGARAN PERUBAHAN (RKAP) SEMESTER 2 TAHUN 2026</a:t>
            </a: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78206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MATRIX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36822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22"/>
                <a:gridCol w="5792777"/>
                <a:gridCol w="33527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ASPEK PERHATIAN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TINGKAT CAPAIAN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Kinerja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 Program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Serapan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Anggaran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Selesai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Risiko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Tinggi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Terlambat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Disetujui (RKAT)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Rekomendasi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5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1030310"/>
          </a:xfrm>
        </p:spPr>
        <p:txBody>
          <a:bodyPr/>
          <a:lstStyle/>
          <a:p>
            <a:r>
              <a:rPr lang="en-US" dirty="0" smtClean="0"/>
              <a:t>CAPAIAN PROKER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704217"/>
              </p:ext>
            </p:extLst>
          </p:nvPr>
        </p:nvGraphicFramePr>
        <p:xfrm>
          <a:off x="1023938" y="1133343"/>
          <a:ext cx="9614011" cy="5231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868"/>
                <a:gridCol w="1760618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REALISASI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89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70833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PENDUKUNG KEBERHASILAN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782301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BERHASIL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80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697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PENGHAMBAT PELAKSANAAN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136898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GAGAL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20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RISIKO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78111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RISIKO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PROBABILITAS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DAMPAK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LEVEL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MITIGASI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PIS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96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PERBAIKAN SEMESTER 2 TAHUN 2026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439849"/>
              </p:ext>
            </p:extLst>
          </p:nvPr>
        </p:nvGraphicFramePr>
        <p:xfrm>
          <a:off x="1023938" y="1133343"/>
          <a:ext cx="9614011" cy="5253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301162"/>
                <a:gridCol w="2537071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AGENDA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TARGET HASIL DAN WAKTU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BERHASIL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PIC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99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KERJA DAN ANGGARAN PERUBAHAN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233192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2588654"/>
                <a:gridCol w="2305318"/>
                <a:gridCol w="193176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SASARAN DAN WAKTU PELAKSANAAN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2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4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5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6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8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10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37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2068</TotalTime>
  <Words>270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MS Mincho</vt:lpstr>
      <vt:lpstr>Times New Roman</vt:lpstr>
      <vt:lpstr>Retrospect</vt:lpstr>
      <vt:lpstr>MONITORING DAN EVALUASI RKAT SEMESTER 1 TAHUN 2026 UNIVERSITAS STIKUBANK</vt:lpstr>
      <vt:lpstr>Isi paparan</vt:lpstr>
      <vt:lpstr>EXECUTIVE MATRIX SUMMARY</vt:lpstr>
      <vt:lpstr>CAPAIAN PROKER</vt:lpstr>
      <vt:lpstr>FAKTOR PENDUKUNG KEBERHASILAN PROKER</vt:lpstr>
      <vt:lpstr>FAKTOR PENGHAMBAT PELAKSANAAN PROKER</vt:lpstr>
      <vt:lpstr>MATRIX RISIKO</vt:lpstr>
      <vt:lpstr>RENCANA PERBAIKAN SEMESTER 2 TAHUN 2026</vt:lpstr>
      <vt:lpstr>RENCANA KERJA DAN ANGGARAN PERUBAHAN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Bahan sharing</dc:title>
  <dc:creator>Windows User</dc:creator>
  <cp:lastModifiedBy>Windows User</cp:lastModifiedBy>
  <cp:revision>28</cp:revision>
  <dcterms:created xsi:type="dcterms:W3CDTF">2024-11-04T15:57:02Z</dcterms:created>
  <dcterms:modified xsi:type="dcterms:W3CDTF">2026-07-23T08:31:40Z</dcterms:modified>
</cp:coreProperties>
</file>