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74" r:id="rId3"/>
    <p:sldId id="281" r:id="rId4"/>
    <p:sldId id="276" r:id="rId5"/>
    <p:sldId id="282" r:id="rId6"/>
    <p:sldId id="283" r:id="rId7"/>
    <p:sldId id="287" r:id="rId8"/>
    <p:sldId id="284" r:id="rId9"/>
    <p:sldId id="28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38" autoAdjust="0"/>
    <p:restoredTop sz="94660"/>
  </p:normalViewPr>
  <p:slideViewPr>
    <p:cSldViewPr snapToGrid="0">
      <p:cViewPr varScale="1">
        <p:scale>
          <a:sx n="74" d="100"/>
          <a:sy n="74" d="100"/>
        </p:scale>
        <p:origin x="4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688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547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0519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992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047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833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093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280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391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154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74621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506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 smtClean="0"/>
              <a:t>MONITORING DAN EVALUASI RKAT SEMESTER 1 TAHUN </a:t>
            </a:r>
            <a:r>
              <a:rPr lang="en-US" sz="6000" dirty="0" smtClean="0"/>
              <a:t>2026 UNIVERSITAS STIKUBANK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UNIT KERJA : Fakultas Teknologi Informasi dan Industri (FTII)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604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Isi </a:t>
            </a:r>
            <a:r>
              <a:rPr lang="en-US" dirty="0" err="1" smtClean="0"/>
              <a:t>paparan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081719"/>
            <a:ext cx="9601196" cy="3794149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EXECUTIVE MATRIX SUMMARY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CAPAIAN PROKER SEMESTER I TAHUN 2026</a:t>
            </a:r>
            <a:endParaRPr lang="en-US" sz="28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FAKTOR-FAKTOR PENDUKUNG KEBERHASILAN</a:t>
            </a:r>
            <a:endParaRPr lang="en-US" sz="28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FAKTOR PENGHAMBAT PELAKSANAAN PROKER</a:t>
            </a:r>
            <a:endParaRPr lang="en-US" sz="28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MATRIX RISIKO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RENCANA PERBAIKAN SEMESTER II TAHUN 2026</a:t>
            </a:r>
            <a:endParaRPr lang="en-US" sz="28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RENCANA KERJA DAN ANGGARAN PERUBAHAN (RKAP) SEMESTER 2 TAHUN 2026</a:t>
            </a:r>
            <a:endParaRPr lang="en-US" sz="2800" dirty="0" smtClean="0"/>
          </a:p>
          <a:p>
            <a:pPr marL="0" indent="0">
              <a:buNone/>
            </a:pP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2782063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MATRIX SUMMARY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6368222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2822"/>
                <a:gridCol w="5792777"/>
                <a:gridCol w="335279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ASPEK PERHATIAN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TINGKAT CAPAIAN</a:t>
                      </a:r>
                      <a:endParaRPr lang="en-US" dirty="0"/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Kinerja Program</a:t>
                      </a: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t>50%</a:t>
                      </a: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Serapan Anggaran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t>24%</a:t>
                      </a: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KPI</a:t>
                      </a: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t>50%</a:t>
                      </a: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Program Selesai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t>1 dari 24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Risiko Tinggi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t>19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Program Terlambat</a:t>
                      </a: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Program Disetujui (RKAT)</a:t>
                      </a: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t>24 dari 24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Rekomendasi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/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6750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96215"/>
            <a:ext cx="9720072" cy="1030310"/>
          </a:xfrm>
        </p:spPr>
        <p:txBody>
          <a:bodyPr/>
          <a:lstStyle/>
          <a:p>
            <a:r>
              <a:rPr lang="en-US" dirty="0" smtClean="0"/>
              <a:t>CAPAIAN PROKER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0704217"/>
              </p:ext>
            </p:extLst>
          </p:nvPr>
        </p:nvGraphicFramePr>
        <p:xfrm>
          <a:off x="1023938" y="1133343"/>
          <a:ext cx="9614011" cy="52318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868"/>
                <a:gridCol w="1760618"/>
                <a:gridCol w="2564679"/>
                <a:gridCol w="2273554"/>
                <a:gridCol w="1996292"/>
              </a:tblGrid>
              <a:tr h="4756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NAMA PROKER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ANGGARAN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REALISASI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SERAPAN ANGGARAN (%)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T Industri Peningkatan Kompetensi Dosen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1.000.000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t>Rp 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T Industri Peningkatan Akreditasi Prodi Teknik Industri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80.300.000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T Informatika Kerjasama internasional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10.000.000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8.562.070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86%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Subsidi keanggotaan profesi APTIKOM Dosen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3.075.000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T Informatika Lomba Bidang IT Tingkat Nasional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7.500.000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T Industri Pengadaan Peralatan Laboratorium Proses Manufaktur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1.165.000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1.118.000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96%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T Informatika Peralatan Praktikum Lab Hardware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10.000.000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T Industri Pembayaran Keanggotaan Asosiasi Program Studi (BKSTI)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1.000.000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MTI Honor Workshop 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13.298.000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MTI workshop 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14.388.000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MTI - HONOR MENGAJAR PERKULIAHAN REGULER PAGI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T Informatika Pembayaran Pembimbing Kerja Praktek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4.500.000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T Informatika Pembayaran Penguji Skripsi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14.300.000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T Informatika Honor Pembimbing Skripsi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21.450.000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Pembayaran Remidial FTII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17.500.000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T Industri Honor Pembimbing Magang Berdampak Teknik Industri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1.275.000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T industri Penguji Skripsi Teknik Industri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850.000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T Industri Pembimbing Skripsi Teknik Industri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2.550.000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SI Honor Pembimbing PKL dan Magang Berdampak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4.950.000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SI Honor  Penguji Skripsi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9.700.000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SI Pembayaran Pembimbing Skripsi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14.250.000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MTI HONOR BIMBINGAN TESIS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14.700.000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MTI HONOR MENGAJAR PERKULIAHAN DLC/RPL prodi MTI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82.500.000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34.600.000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42%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Peningkatan Akreditasi Prodi Sistem Informasi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80.800.000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53.000.000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66%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TOTAL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411.051.000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97.280.070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24%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9897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96215"/>
            <a:ext cx="9720072" cy="708337"/>
          </a:xfrm>
        </p:spPr>
        <p:txBody>
          <a:bodyPr>
            <a:normAutofit/>
          </a:bodyPr>
          <a:lstStyle/>
          <a:p>
            <a:r>
              <a:rPr lang="en-US" sz="4000" dirty="0" smtClean="0"/>
              <a:t>FAKTOR PENDUKUNG KEBERHASILAN PROKER</a:t>
            </a:r>
            <a:endParaRPr lang="en-US" sz="40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2782301"/>
              </p:ext>
            </p:extLst>
          </p:nvPr>
        </p:nvGraphicFramePr>
        <p:xfrm>
          <a:off x="1023938" y="1133343"/>
          <a:ext cx="9614011" cy="5497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83"/>
                <a:gridCol w="1987503"/>
                <a:gridCol w="2564679"/>
                <a:gridCol w="2273554"/>
                <a:gridCol w="1996292"/>
              </a:tblGrid>
              <a:tr h="4756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NAMA PROKER YANG BERHASIL DILAKSANAKAN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INDIKATOR KEBERHASILAN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SERAPAN ANGGARAN (%)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FAKTOR PENDUKUNG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T Informatika Kerjasama internasional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Terlaksana sesuai target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t>86%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Realisasi sesuai dengan output fisik kegiatan kerja sama internasional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T Industri Pengadaan Peralatan Laboratorium Proses Manufaktur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Terlaksana sesuai target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96%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Realisasi anggaran telah sesuai dengan output fisik pengadaan peralatan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MTI Honor Mengajar Perkuliahan DLC/RPL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Terlaksana, sejalan jadwal perkuliahan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42%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Sejalan dengan tahapan perkuliahan yang telah berjalan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Peningkatan Akreditasi Prodi Sistem Informasi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Terlaksana, sejalan tahapan akreditasi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66%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Sejalan dengan tahapan kegiatan akreditasi yang telah berjalan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8808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96215"/>
            <a:ext cx="9720072" cy="6697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FAKTOR PENGHAMBAT PELAKSANAAN PROKER</a:t>
            </a:r>
            <a:endParaRPr lang="en-US" sz="40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8136898"/>
              </p:ext>
            </p:extLst>
          </p:nvPr>
        </p:nvGraphicFramePr>
        <p:xfrm>
          <a:off x="1023938" y="1133343"/>
          <a:ext cx="9614011" cy="5497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83"/>
                <a:gridCol w="1987503"/>
                <a:gridCol w="2564679"/>
                <a:gridCol w="2273554"/>
                <a:gridCol w="1996292"/>
              </a:tblGrid>
              <a:tr h="4756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NAMA PROKER YANG GAGAL</a:t>
                      </a:r>
                      <a:r>
                        <a:rPr lang="en-US" sz="16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DILAKSANAKAN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INDIKATOR KEBERHASILAN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SERAPAN ANGGARAN (%)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FAKTOR PENDUKUNG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T Industri Peningkatan Kompetensi Dosen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dalam proses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t>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Keterlambatan pencatatan/pelaporan realisasi pencairan anggaran pada sistem Renop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T Industri Peningkatan Akreditasi Prodi Teknik Industri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dalam proses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Keterlambatan pencatatan/pelaporan realisasi pencairan anggaran pada sistem Renop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Subsidi keanggotaan profesi APTIKOM Dosen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dalam proses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Keterlambatan pencatatan/pelaporan realisasi pencairan anggaran pada sistem Renop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T Informatika Lomba Bidang IT Tingkat Nasional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dalam proses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Keterlambatan pencatatan/pelaporan realisasi pencairan anggaran pada sistem Renop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T Informatika Peralatan Praktikum Lab Hardware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dalam proses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Keterlambatan pencatatan/pelaporan realisasi pencairan anggaran pada sistem Renop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T Industri Pembayaran Keanggotaan Asosiasi Program Studi (BKSTI)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dalam proses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Keterlambatan pencatatan/pelaporan realisasi pencairan anggaran pada sistem Renop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MTI Honor Workshop 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dalam proses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Keterlambatan pencatatan/pelaporan realisasi pencairan anggaran pada sistem Renop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MTI workshop 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dalam proses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Keterlambatan pencatatan/pelaporan realisasi pencairan anggaran pada sistem Renop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MTI - HONOR MENGAJAR PERKULIAHAN REGULER PAGI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dalam proses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Keterlambatan pencatatan/pelaporan realisasi pencairan anggaran pada sistem Renop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T Informatika Pembayaran Pembimbing Kerja Praktek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dalam proses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Keterlambatan pencatatan/pelaporan realisasi pencairan anggaran pada sistem Renop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T Informatika Pembayaran Penguji Skripsi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dalam proses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Keterlambatan pencatatan/pelaporan realisasi pencairan anggaran pada sistem Renop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T Informatika Honor Pembimbing Skripsi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dalam proses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Keterlambatan pencatatan/pelaporan realisasi pencairan anggaran pada sistem Renop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Pembayaran Remidial FTII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dalam proses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Keterlambatan pencatatan/pelaporan realisasi pencairan anggaran pada sistem Renop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T Industri Honor Pembimbing Magang Berdampak Teknik Industri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dalam proses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Keterlambatan pencatatan/pelaporan realisasi pencairan anggaran pada sistem Renop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T industri Penguji Skripsi Teknik Industri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dalam proses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Keterlambatan pencatatan/pelaporan realisasi pencairan anggaran pada sistem Renop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T Industri Pembimbing Skripsi Teknik Industri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dalam proses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Keterlambatan pencatatan/pelaporan realisasi pencairan anggaran pada sistem Renop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SI Honor Pembimbing PKL dan Magang Berdampak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dalam proses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Keterlambatan pencatatan/pelaporan realisasi pencairan anggaran pada sistem Renop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SI Honor  Penguji Skripsi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dalam proses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Keterlambatan pencatatan/pelaporan realisasi pencairan anggaran pada sistem Renop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SI Pembayaran Pembimbing Skripsi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dalam proses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Keterlambatan pencatatan/pelaporan realisasi pencairan anggaran pada sistem Renop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MTI HONOR BIMBINGAN TESIS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dalam proses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Keterlambatan pencatatan/pelaporan realisasi pencairan anggaran pada sistem Renop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4203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MATRIX RISIKO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7781111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  <a:gridCol w="1676400"/>
                <a:gridCol w="1676400"/>
                <a:gridCol w="1676400"/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 smtClean="0"/>
                        <a:t>RISIKO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PROBABILITAS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DAMPAK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LEVEL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MITIGASI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PIS</a:t>
                      </a:r>
                      <a:endParaRPr lang="en-US" dirty="0"/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Keuangan: keterlambatan pencatatan pencairan anggaran pada program berskor prioritas tinggi (Skor 15)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Tinggi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Sedang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Kuning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Penertiban pelaporan realisasi anggaran secara berkala (bulanan) ke bagian keuangan fakultas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Dekan FTII</a:t>
                      </a:r>
                      <a:endParaRPr lang="en-US"/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Akademik: keterlambatan proses akreditasi Prodi Teknik Industri dan Prodi Sistem Informasi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Sedang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Tinggi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Kuning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Percepatan rapat koordinasi SPMI dan penyusunan dokumen akreditasi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Ketua Program Studi</a:t>
                      </a:r>
                      <a:endParaRPr lang="en-US"/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SDM: keterbatasan jumlah reviewer/pembimbing pada periode puncak bimbingan tugas akhir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Sedang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Sedang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Kuning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Penjadwalan bimbingan/ujian lebih awal dan distribusi beban pembimbing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Ketua Program Studi</a:t>
                      </a:r>
                      <a:endParaRPr lang="en-US"/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Data: anomali input anggaran pada sistem Renop (mis. nilai disetujui tidak wajar)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Rendah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Sedang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Kuning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Verifikasi berkala data RAB oleh admin Renop sebelum periode pelaporan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Dekan FTII</a:t>
                      </a:r>
                      <a:endParaRPr lang="en-US"/>
                    </a:p>
                  </a:txBody>
                  <a:tcPr marL="94621" marR="94621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966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96215"/>
            <a:ext cx="9720072" cy="631064"/>
          </a:xfrm>
        </p:spPr>
        <p:txBody>
          <a:bodyPr>
            <a:normAutofit/>
          </a:bodyPr>
          <a:lstStyle/>
          <a:p>
            <a:r>
              <a:rPr lang="en-US" sz="4000" dirty="0" smtClean="0"/>
              <a:t>RENCANA PERBAIKAN SEMESTER 2 TAHUN 2026</a:t>
            </a:r>
            <a:endParaRPr lang="en-US" sz="40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6439849"/>
              </p:ext>
            </p:extLst>
          </p:nvPr>
        </p:nvGraphicFramePr>
        <p:xfrm>
          <a:off x="1023938" y="1133343"/>
          <a:ext cx="9614011" cy="5253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83"/>
                <a:gridCol w="1987503"/>
                <a:gridCol w="2301162"/>
                <a:gridCol w="2537071"/>
                <a:gridCol w="1996292"/>
              </a:tblGrid>
              <a:tr h="4756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AGENDA PERBAIKAN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TARGET HASIL DAN WAKTU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INDIKATOR BERHASIL</a:t>
                      </a:r>
                      <a:r>
                        <a:rPr lang="en-US" sz="16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PERBAIKAN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PIC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Penguji Skripsi Teknik Industri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Koreksi nilai anggaran disetujui pada sistem Renop (tercatat Rp850, seharusnya Rp850.000) - Semester II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t>Nilai anggaran pada sistem Renop sesuai rincian RAB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Admin Renop / Ketua Program Studi Teknik Industri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SI Pembayaran Pembimbing Skripsi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Penetapan jadwal dan nominal honor per periode - Semester II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Jadwal dan nominal honor pembimbing skripsi ditetapkan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Ketua Program Studi Sistem Informasi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5996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96215"/>
            <a:ext cx="9720072" cy="631064"/>
          </a:xfrm>
        </p:spPr>
        <p:txBody>
          <a:bodyPr>
            <a:normAutofit/>
          </a:bodyPr>
          <a:lstStyle/>
          <a:p>
            <a:r>
              <a:rPr lang="en-US" sz="4000" dirty="0" smtClean="0"/>
              <a:t>RENCANA KERJA DAN ANGGARAN PERUBAHAN</a:t>
            </a:r>
            <a:endParaRPr lang="en-US" sz="40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0233192"/>
              </p:ext>
            </p:extLst>
          </p:nvPr>
        </p:nvGraphicFramePr>
        <p:xfrm>
          <a:off x="1023938" y="1133343"/>
          <a:ext cx="9614011" cy="5497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83"/>
                <a:gridCol w="2588654"/>
                <a:gridCol w="2305318"/>
                <a:gridCol w="1931764"/>
                <a:gridCol w="1996292"/>
              </a:tblGrid>
              <a:tr h="4756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NAMA PROKER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INDIKATOR KEBERHASILAN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ANGGARAN (%)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SASARAN DAN WAKTU PELAKSANAAN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MTI Honor Workshop 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Workshop terlaksana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t>Rp 13.298.000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Semester II 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MTI workshop 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Workshop terlaksana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14.388.000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Semester II 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MTI - HONOR MENGAJAR PERKULIAHAN REGULER PAGI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Perkuliahan reguler terlaksana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Semester II 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T Informatika Pembayaran Pembimbing Kerja Praktek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Pembimbingan kerja praktek terlaksana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4.500.000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Semester II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T Informatika Pembayaran Penguji Skripsi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Ujian skripsi terlaksana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14.300.000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Semester II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T Informatika Honor Pembimbing Skripsi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Bimbingan skripsi terlaksana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21.450.000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Semester II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T Industri Honor Pembimbing Magang Berdampak Teknik Industri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Pembimbingan magang terlaksana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1.275.000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Semester II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Prodi T industri Penguji Skripsi Teknik Industri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Ujian skripsi terlaksana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850.000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Semester II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1373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2068</TotalTime>
  <Words>270</Words>
  <Application>Microsoft Office PowerPoint</Application>
  <PresentationFormat>Widescreen</PresentationFormat>
  <Paragraphs>118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MS Mincho</vt:lpstr>
      <vt:lpstr>Times New Roman</vt:lpstr>
      <vt:lpstr>Retrospect</vt:lpstr>
      <vt:lpstr>MONITORING DAN EVALUASI RKAT SEMESTER 1 TAHUN 2026 UNIVERSITAS STIKUBANK</vt:lpstr>
      <vt:lpstr>Isi paparan</vt:lpstr>
      <vt:lpstr>EXECUTIVE MATRIX SUMMARY</vt:lpstr>
      <vt:lpstr>CAPAIAN PROKER</vt:lpstr>
      <vt:lpstr>FAKTOR PENDUKUNG KEBERHASILAN PROKER</vt:lpstr>
      <vt:lpstr>FAKTOR PENGHAMBAT PELAKSANAAN PROKER</vt:lpstr>
      <vt:lpstr>MATRIX RISIKO</vt:lpstr>
      <vt:lpstr>RENCANA PERBAIKAN SEMESTER 2 TAHUN 2026</vt:lpstr>
      <vt:lpstr>RENCANA KERJA DAN ANGGARAN PERUBAHAN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Bahan sharing</dc:title>
  <dc:creator>Windows User</dc:creator>
  <cp:lastModifiedBy>Windows User</cp:lastModifiedBy>
  <cp:revision>28</cp:revision>
  <dcterms:created xsi:type="dcterms:W3CDTF">2024-11-04T15:57:02Z</dcterms:created>
  <dcterms:modified xsi:type="dcterms:W3CDTF">2026-07-23T08:31:40Z</dcterms:modified>
</cp:coreProperties>
</file>