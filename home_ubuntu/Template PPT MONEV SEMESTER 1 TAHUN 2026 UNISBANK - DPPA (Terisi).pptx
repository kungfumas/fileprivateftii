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Direktorat Pengelolaan Prasarana dan Aset (DPPA)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53%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 Anggaran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21%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29%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Selesai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0 dari 15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 Tinggi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Disetujui (RKAT)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15 dari 15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Alat Tulis Kantor (ATK)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12.000.000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5.187.100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Rumah Tangga Kantor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59.928.000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14.661.000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24%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BBM dan Solar Genset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110.880.000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66.443.790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Peralatan dan Perlengkapan Kebersihan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3.901.500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Service Kendaraan Dinas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6.600.000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1.105.000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17%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Pajak Kendaraan Dinas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38.351.250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24.089.800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63%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Pemeliharaan Peralatan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162.020.000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73.236.336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Pemeliharaan Gedung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28.500.000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594.000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Pengadaan Barang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Listrik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660.000.000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89.848.357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14%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Air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18.000.000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4.455.980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Telepon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12.000.000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1.307.424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11%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Asuransi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Cadangan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12.000.000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2.361.860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PBB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258.000.000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TOTAL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1.393.279.250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287.192.147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21%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Pajak Kendaraan Dinas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legalitas kendaraan terjaga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63%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Pembayaran pajak berjalan tertib tanpa tunggakan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BBM dan Solar Genset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kontinuitas daya cadangan terjaga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Pemakaian BBM/genset sesuai kebutuhan operasional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Air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rutin, ketersediaan air bersih terjaga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Pembayaran rutin berjalan sesuai pemakaian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Service Kendaraan Dinas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17%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Servis berkala belum banyak dilakukan pada Semester 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Pemeliharaan Gedung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Serapan sangat rendah; anomali data realisasi (dikoreksi dari Rp594 menjadi Rp594.000)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Pengadaan Barang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Belum ada alokasi anggaran tercatat pada sistem (Rp0)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Listrik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14%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Pagu tahunan besar dibanding kebutuhan Semester I meski pembayaran rutin lancar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Telepon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11%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Pemakaian komunikasi di bawah proyeksi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Asuransi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Belum ada alokasi anggaran tercatat pada sistem (Rp0)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PBB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Belum jatuh tempo pembayaran; umumnya dibayarkan pada paruh kedua tahun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Keuangan: pagu tahunan besar (Listrik, PBB 2026) namun serapan Semester I masih rendah (21%), berpotensi menumpuk beban pencairan di Semester II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Percepatan verifikasi dan pengajuan pencairan rutin, khususnya menjelang jatuh tempo PBB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DPPA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Kepatuhan: keterlambatan pembayaran PBB 2026 (Rp258.000.000) jika menumpuk mendekati jatuh tempo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Penjadwalan pembayaran PBB lebih awal sebelum jatuh tempo pada Semester II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DPPA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Sarana Prasarana: rendahnya progres pemeliharaan gedung (2% serapan) berpotensi menurunkan keandalan fasilitas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Percepatan pelaksanaan pekerjaan pemeliharaan gedung pada Semester II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Kepala Bagian Sarana Prasarana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Data: anomali input realisasi pada sistem e-budgeting (mis. pos Pemeliharaan Gedung tercatat Rp594)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Rendah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Verifikasi berkala data realisasi oleh admin e-budgeting sebelum periode pelaporan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DPPA</a:t>
                      </a:r>
                      <a:endParaRPr lang="en-US"/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Pemeliharaan Gedung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Koreksi nilai realisasi pada sistem e-budgeting (tercatat Rp594, tidak konsisten dengan SisaPencairan dan % Penyerapan)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Nilai realisasi pada sistem sesuai catatan keuangan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Admin e-budgeting / Kepala Bagian Sarana Prasarana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Pengadaan Barang dan Asuransi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Penetapan alokasi anggaran pada Semester II karena RKAT tercatat Rp0 pada sistem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Alokasi anggaran tercatat dan dapat direalisasikan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Direktur DPPA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Listrik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Layanan listrik berkelanjutan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660.000.000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Air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Layanan air berkelanjutan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18.000.000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Telepon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Layanan komunikasi berkelanjutan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12.000.000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BBM dan Solar Genset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Kontinuitas daya cadangan terjaga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110.880.000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Pajak Kendaraan Dinas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Legalitas kendaraan dinas terjaga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38.351.250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Service Kendaraan Dinas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Servis berkala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6.600.000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Pemeliharaan Peralatan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Peralatan operasional tetap andal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162.020.000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Pemeliharaan Gedung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Gedung terpelihara sesuai jadwal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28.500.000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PBB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Pembayaran PBB lunas sebelum jatuh tempo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258.000.000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DPPA : Cadangan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Kebutuhan tak terduga tertangani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12.000.000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