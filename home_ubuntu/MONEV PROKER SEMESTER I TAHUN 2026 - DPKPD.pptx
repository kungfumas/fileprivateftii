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DIREKTORAT PENGEMBANGAN KURIKULUM DAN PEMBELAJARAN DIGITAL (DPKPD)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 Program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12%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 Anggaran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22%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20%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Selesai</a:t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0 dari 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 Tinggi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 (RKAT)</a:t>
                      </a: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7 dari 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 smtClean="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 b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Pelaporan Semesteran &amp; Survei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350.000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sz="1100" b="0"/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Mutu PBM &amp; Sertifikasi SKPI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Pembelajaran Digital (Smart Campus)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1.380.000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Peninjauan Kurikulum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5.670.000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4.100.000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72%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Perkuliahan Hybrid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875.000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Mutu Pembelajaran Inovatif/Active Learning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16.825.000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1.583.200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9%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Kurikulum OBE (Seluruh Prodi)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Rp 300.000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Peninjauan Kurikulum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Realisasi 72%, sesuai jadwal (Juni 2026)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sz="1100" b="0"/>
                        <a:t>72%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Koordinasi aktif DPKPD-Kaprodi-DJM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Pelaporan Semesteran &amp; Survei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Pencairan belum dilaporkan (jadwal Mei lewat)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sz="1100" b="0"/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Pencairan belum dilaporkan (jadwal Mei lewat)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Mutu PBM &amp; Sertifikasi SKPI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Nilai RKAT belum ditetapkan (Rp0)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Nilai RKAT belum ditetapkan (Rp0)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Pembelajaran Digital (Smart Campus)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Pencairan belum dilaporkan (jadwal Maret lewat)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Pencairan belum dilaporkan (jadwal Maret lewat)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Perkuliahan Hybrid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Pencairan belum dilaporkan (jadwal Juli)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Pencairan belum dilaporkan (jadwal Juli)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Mutu Pembelajaran Inovatif/Active Learning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Skor prioritas tinggi, realisasi rendah (9%)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9%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Skor prioritas tinggi, realisasi rendah (9%)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Kurikulum OBE (Seluruh Prodi)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Pencairan belum dilaporkan (jadwal Feb lewat)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Pencairan belum dilaporkan (jadwal Feb lewat)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 b="0"/>
                        <a:t>Keterlambatan pencairan anggaran (6 dari 7 proker)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Tinggi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Sedang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Kuning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Pelaporan realisasi anggaran berkala (bulanan)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Direktur DPKPD</a:t>
                      </a:r>
                      <a:endParaRPr lang="en-US"/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 b="0"/>
                        <a:t>Keterlambatan proker skor prioritas tinggi (Active Learning)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Sedang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Tinggi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Kuning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Percepatan koordinasi Kaprodi &amp; DJM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Direktur DPKPD</a:t>
                      </a:r>
                      <a:endParaRPr lang="en-US"/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 b="0"/>
                        <a:t>Keterlambatan implementasi Smart Campus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Sedang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Sedang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Kuning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Koordinasi dengan DTSI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Direktur DPKPD</a:t>
                      </a:r>
                      <a:endParaRPr lang="en-US"/>
                    </a:p>
                  </a:txBody>
                  <a:tcPr marL="94621" marR="94621" anchor="t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1100" b="0"/>
                        <a:t>Inkonsistensi format data anggaran Renop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Rendah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Sedang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Kuning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Verifikasi berkala data RAB</a:t>
                      </a:r>
                      <a:endParaRPr lang="en-US"/>
                    </a:p>
                  </a:txBody>
                  <a:tcPr marL="94621" marR="94621" anchor="t"/>
                </a:tc>
                <a:tc>
                  <a:txBody>
                    <a:bodyPr/>
                    <a:lstStyle/>
                    <a:p>
                      <a:r>
                        <a:rPr sz="1100" b="0"/>
                        <a:t>Direktur DPKPD</a:t>
                      </a:r>
                      <a:endParaRPr lang="en-US"/>
                    </a:p>
                  </a:txBody>
                  <a:tcPr marL="94621" marR="94621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Koreksi anggaran Pelaporan Semesteran (Rp350 -&gt; Rp350.000)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Juli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sz="1100" b="0"/>
                        <a:t>Data sesuai RAB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Admin Renop / DPKPD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Koreksi anggaran Perkuliahan Hybrid (Rp875 -&gt; Rp875.000)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Juli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Data sesuai RAB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Admin Renop / DPKPD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Koreksi anggaran Kurikulum OBE (Rp300 -&gt; Rp300.000)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Juli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Data sesuai RAB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Admin Renop / DPKPD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Percepatan pencairan Mutu Pembelajaran Inovatif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Serapan &gt;= 70%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Direktur DPKPD / Kaprodi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Penetapan anggaran RKAT Mutu PBM &amp; SKPI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Awal 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RKAT tercatat di sistem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Direktur DPKPD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Peninjauan Kurikulum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Lanjut sesuai RKAT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sz="1100" b="0"/>
                        <a:t>72%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Sisa Rp 1.570.000, Sem.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Pembelajaran Digital (Smart Campus)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Lanjut sesuai RKAT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Sisa Rp 1.380.000, Sem.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Perkuliahan Hybrid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Lanjut sesuai RKAT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Sisa Rp 875.000, Sem.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Kurikulum OBE (Seluruh Prodi)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1100" b="0"/>
                        <a:t>Lanjut sesuai RKAT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100" b="0"/>
                        <a:t>Sisa Rp 300.000, Sem.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t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