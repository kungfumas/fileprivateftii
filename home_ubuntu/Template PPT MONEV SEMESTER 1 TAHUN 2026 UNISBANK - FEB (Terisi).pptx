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74" r:id="rId3"/>
    <p:sldId id="281" r:id="rId4"/>
    <p:sldId id="276" r:id="rId5"/>
    <p:sldId id="282" r:id="rId6"/>
    <p:sldId id="283" r:id="rId7"/>
    <p:sldId id="287" r:id="rId8"/>
    <p:sldId id="284" r:id="rId9"/>
    <p:sldId id="28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338" autoAdjust="0"/>
    <p:restoredTop sz="94660"/>
  </p:normalViewPr>
  <p:slideViewPr>
    <p:cSldViewPr snapToGrid="0">
      <p:cViewPr varScale="1">
        <p:scale>
          <a:sx n="74" d="100"/>
          <a:sy n="74" d="100"/>
        </p:scale>
        <p:origin x="40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09688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479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0519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9929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0475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833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937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280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3919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1547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74621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B32A9F7-5DA2-4E93-AC2E-FFA006CEC88D}" type="datetimeFigureOut">
              <a:rPr lang="en-US" smtClean="0"/>
              <a:t>7/23/2026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EFCADCF-A82E-401B-83E2-963465207389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35061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6000" dirty="0" smtClean="0"/>
              <a:t>MONITORING DAN EVALUASI RKAT SEMESTER 1 TAHUN </a:t>
            </a:r>
            <a:r>
              <a:rPr lang="en-US" sz="6000" dirty="0" smtClean="0"/>
              <a:t>2026 UNIVERSITAS STIKUBANK</a:t>
            </a:r>
            <a:endParaRPr lang="en-US" sz="60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UNIT KERJA : Fakultas Ekonomika dan Bisnis (FEB)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416045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Isi </a:t>
            </a:r>
            <a:r>
              <a:rPr lang="en-US" dirty="0" err="1" smtClean="0"/>
              <a:t>paparan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081719"/>
            <a:ext cx="9601196" cy="3794149"/>
          </a:xfrm>
        </p:spPr>
        <p:txBody>
          <a:bodyPr>
            <a:normAutofit fontScale="925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EXECUTIVE MATRIX SUMMARY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CAPAIAN PROKER SEMESTER 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FAKTOR-FAKTOR PENDUKUNG KEBERHASILAN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FAKTOR PENGHAMBAT PELAKSANAAN PROKER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MATRIX RISIKO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PERBAIKAN SEMESTER II TAHUN 2026</a:t>
            </a:r>
            <a:endParaRPr lang="en-US" sz="2800" dirty="0" smtClean="0"/>
          </a:p>
          <a:p>
            <a:pPr marL="457200" indent="-457200">
              <a:buFont typeface="+mj-lt"/>
              <a:buAutoNum type="arabicPeriod"/>
            </a:pPr>
            <a:r>
              <a:rPr lang="en-US" sz="2800" dirty="0" smtClean="0"/>
              <a:t>RENCANA KERJA DAN ANGGARAN PERUBAHAN (RKAP) SEMESTER 2 TAHUN 2026</a:t>
            </a:r>
            <a:endParaRPr lang="en-US" sz="2800" dirty="0" smtClean="0"/>
          </a:p>
          <a:p>
            <a:pPr marL="0" indent="0">
              <a:buNone/>
            </a:pP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2782063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EXECUTIVE MATRIX SUMMARY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46368222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2822"/>
                <a:gridCol w="5792777"/>
                <a:gridCol w="3352799"/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 smtClean="0"/>
                        <a:t>NO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ASPEK PERHATIAN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TINGKAT CAPAIAN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Kinerja Program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47%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Serapan Anggaran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16%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KPI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50%</a:t>
                      </a:r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Selesai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2 dari 30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Risiko Tinggi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30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Terlambat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16 dari 30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7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Program Disetujui</a:t>
                      </a: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30 dari 30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8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  <a:latin typeface="Arial" panose="020B0604020202020204" pitchFamily="34" charset="0"/>
                          <a:ea typeface="MS Mincho"/>
                          <a:cs typeface="Arial" panose="020B0604020202020204" pitchFamily="34" charset="0"/>
                        </a:rPr>
                        <a:t>Rekomendasi</a:t>
                      </a:r>
                      <a:endParaRPr lang="en-US" sz="2000" dirty="0">
                        <a:effectLst/>
                        <a:latin typeface="Arial" panose="020B0604020202020204" pitchFamily="34" charset="0"/>
                        <a:ea typeface="MS Mincho"/>
                        <a:cs typeface="Arial" panose="020B0604020202020204" pitchFamily="34" charset="0"/>
                      </a:endParaRPr>
                    </a:p>
                  </a:txBody>
                  <a:tcPr marL="70966" marR="70966" marT="0" marB="0"/>
                </a:tc>
                <a:tc>
                  <a:txBody>
                    <a:bodyPr/>
                    <a:lstStyle/>
                    <a:p>
                      <a:r>
                        <a:t>5</a:t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sz="2000" dirty="0" smtClean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/>
                      </a:r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 sz="200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endParaRPr lang="en-US" sz="20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67509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1030310"/>
          </a:xfrm>
        </p:spPr>
        <p:txBody>
          <a:bodyPr/>
          <a:lstStyle/>
          <a:p>
            <a:r>
              <a:rPr lang="en-US" dirty="0" smtClean="0"/>
              <a:t>CAPAIAN PROKER</a:t>
            </a:r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00704217"/>
              </p:ext>
            </p:extLst>
          </p:nvPr>
        </p:nvGraphicFramePr>
        <p:xfrm>
          <a:off x="1023938" y="1133343"/>
          <a:ext cx="9614011" cy="52318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8868"/>
                <a:gridCol w="1760618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REALISASI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Honor remidi S1 Akt dan S1 Man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27.425.000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Bimbingan Tesis S2 MM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29.750.000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Honor Mengajar S2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133.180.000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55.550.000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42%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Bimbingan skripsi S1 Manajemen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40.500.000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Perpanjangan Keanggotaan Asosiasi FMI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1.950.000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Pemantuan akreditasi dan Evaluasi Lamemba S1 Manajemen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5.000.000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3.150.000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63%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Kegiatan mahasiswa student mobility (luar negeri)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6.000.000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3.000.000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50%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Perpanjangan Keanggotaan IAI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3.650.000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3.516.650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96%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Honor administrasi Ujian Sertifikasi CA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600.000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Pelaksanaan perkuliahan hybrid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3.200.000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Perpanjangan Test Center (TC)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3.500.000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3.500.000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100%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Perpajangan STTD (Surat Tanda Terdaftar) IAPI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Bimbingan Tugas Akhir / Magang Profesi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2.625.000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Honor mengajar PPAk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30.600.000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13.325.000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44%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Proses bimbingan magang kerjasama mitra S1 Akuntansi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3.150.000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Pembimbingan dan pengujian skripsi S1 Akuntansi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30.500.000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AL S1 Akuntansi &amp; Honor pembuatan dokumen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27.500.000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Reakreditasi S1 Akuntansi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59.000.000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Proses perkuliahan S1 Akuntansi dengan aplikasi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-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Terlaksananya Assessment Lapangan (AL) S2 Manajemen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60.467.000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Meningkatkan kapasitas penelitian dan reputasi internasional FEB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4.000.000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Subsidi untuk mahasiswa yang mengikuti internasional call for paper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3.750.000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Guest Lecture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5.000.000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Kerjasama Internasional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5.000.000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Rapat Senat Fakultas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-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Pengembangan Kompetensi Dosen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15.000.000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815.000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5%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Rapat Koordinasi Struktural FEB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-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WS 1 dan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14.936.000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WS 1 dan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7.056.000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Penerimaan Mahasiswa Baru tahun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-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TOTAL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Rp 525.839.000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82.856.650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16%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89897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708337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PENDUKUNG KEBERHASILAN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2782301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BERHASIL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Perpanjangan Test Center (TC)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Terlaksana, Sangat Efektif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100%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Perpanjangan tuntas sesuai jadwal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Perpanjangan Keanggotaan IAI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Terlaksana, Sangat Efektif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96%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Perpanjangan keanggotaan tuntas sesuai jadwal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Pemantuan akreditasi dan Evaluasi Lamemba S1 Manajemen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Terlaksana, Sangat Efisien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63%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sejalan dengan tahapan pemantauan akreditasi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Honor mengajar PPAk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Terlaksana, Sangat Efisien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44%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sesuai jadwal perkuliahan PPAk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Honor Mengajar S2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Terlaksana, Sangat Efisien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42%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sesuai jadwal perkuliahan S2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Kegiatan mahasiswa student mobility (luar negeri)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Terlaksana, Sangat Efisien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50%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sesuai jadwal kegiatan mobilitas mahasiswa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Pengembangan Kompetensi Dosen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Terlaksana, Sangat Efisien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5%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mulai berjalan sesuai kebutuhan pengembangan dosen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88084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697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FAKTOR PENGHAMBAT PELAKSANAAN PROKER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8136898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564679"/>
                <a:gridCol w="227355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 YANG GAGAL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</a:t>
                      </a:r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DILAKSANAKAN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SERAPAN 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FAKTOR PENDUKUNG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Honor remidi S1 Akt dan S1 Man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Bimbingan Tesis S2 MM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Bimbingan skripsi S1 Manajemen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Perpanjangan Keanggotaan Asosiasi FMI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Honor administrasi Ujian Sertifikasi CA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Pelaksanaan perkuliahan hybrid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Perpajangan STTD (Surat Tanda Terdaftar) IAPI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Bimbingan Tugas Akhir / Magang Profesi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Proses bimbingan magang kerjasama mitra S1 Akuntansi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Pembimbingan dan pengujian skripsi S1 Akuntansi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AL S1 Akuntansi &amp; Honor pembuatan dokumen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Reakreditasi S1 Akuntansi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Proses perkuliahan S1 Akuntansi dengan aplikasi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Terlaksananya Assessment Lapangan (AL) S2 Manajemen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Meningkatkan kapasitas penelitian dan reputasi internasional FEB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Subsidi untuk mahasiswa yang mengikuti internasional call for paper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17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Guest Lecture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18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Kerjasama Internasional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19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Rapat Senat Fakultas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20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Rapat Koordinasi Struktural FEB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WS 1 dan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WS 1 dan 2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Penerimaan Mahasiswa Baru tahun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Belum tercapai / belum berjalan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0%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Realisasi belum tercatat; sebagian belum memiliki alokasi anggaran tersendiri pada Renop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42038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MATRIX RISIKO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07781111"/>
              </p:ext>
            </p:extLst>
          </p:nvPr>
        </p:nvGraphicFramePr>
        <p:xfrm>
          <a:off x="1096963" y="1846263"/>
          <a:ext cx="10058400" cy="402272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6400"/>
                <a:gridCol w="1676400"/>
                <a:gridCol w="1676400"/>
                <a:gridCol w="1676400"/>
                <a:gridCol w="1676400"/>
                <a:gridCol w="1676400"/>
              </a:tblGrid>
              <a:tr h="370840">
                <a:tc>
                  <a:txBody>
                    <a:bodyPr/>
                    <a:lstStyle/>
                    <a:p>
                      <a:r>
                        <a:rPr lang="it-IT" dirty="0" smtClean="0"/>
                        <a:t>RISIKO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PROBABILITAS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DAMPAK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LEVEL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MITIGASI</a:t>
                      </a:r>
                      <a:endParaRPr lang="en-US" dirty="0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rPr lang="en-US" dirty="0" smtClean="0"/>
                        <a:t>PIS</a:t>
                      </a:r>
                      <a:endParaRPr lang="en-US" dirty="0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Keuangan: keterlambatan pencatatan pencairan anggaran pada 16 dari 30 program yang jadwalnya sudah lewat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Penertiban pelaporan realisasi anggaran secara berkala (bulanan) ke bagian keuangan fakultas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Dekan FEB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Akademik: keterlambatan proses reakreditasi S1 Akuntansi dan pemantauan akreditasi/Lamemba S1 Manajemen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Tinggi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Percepatan rapat koordinasi SPMI dan penyusunan dokumen akreditasi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Ketua Program Studi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SDM: keterbatasan jumlah dosen pembimbing pada periode puncak bimbingan skripsi/tesis/magang (S1 Akuntansi, S1 Manajemen, S2 MM, PPAk berjalan bersamaan)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Penjadwalan bimbingan/ujian lebih awal dan distribusi beban pembimbing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Ketua Program Studi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Data: anomali input anggaran pada sistem Renop (Honor administrasi Ujian Sertifikasi CA dan Pengembangan Kompetensi Dosen)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Rendah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Verifikasi berkala data RAB oleh admin Renop sebelum periode pelaporan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Dekan FEB</a:t>
                      </a:r>
                      <a:endParaRPr lang="en-US"/>
                    </a:p>
                  </a:txBody>
                  <a:tcPr marL="94621" marR="94621"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t>Reputasi/Kerjasama: target Kerjasama Internasional dan agenda Guest Lecture belum menunjukkan realisasi pencairan meski berskor prioritas tertinggi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Sedang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Kuning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Percepatan eksekusi MoU/MoA dan penjadwalan Guest Lecture pada awal Semester II</a:t>
                      </a:r>
                      <a:endParaRPr lang="en-US"/>
                    </a:p>
                  </a:txBody>
                  <a:tcPr marL="94621" marR="94621"/>
                </a:tc>
                <a:tc>
                  <a:txBody>
                    <a:bodyPr/>
                    <a:lstStyle/>
                    <a:p>
                      <a:r>
                        <a:t>Dekan FEB</a:t>
                      </a:r>
                      <a:endParaRPr lang="en-US"/>
                    </a:p>
                  </a:txBody>
                  <a:tcPr marL="94621" marR="94621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209665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PERBAIKAN SEMESTER 2 TAHUN 2026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26439849"/>
              </p:ext>
            </p:extLst>
          </p:nvPr>
        </p:nvGraphicFramePr>
        <p:xfrm>
          <a:off x="1023938" y="1133343"/>
          <a:ext cx="9614011" cy="52534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1987503"/>
                <a:gridCol w="2301162"/>
                <a:gridCol w="2537071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AGENDA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TARGET HASIL DAN WAKTU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BERHASIL</a:t>
                      </a:r>
                      <a:r>
                        <a:rPr lang="en-US" sz="16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 PERBAIKAN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PIC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Honor administrasi Ujian Sertifikasi CA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Koreksi nilai anggaran disetujui pada sistem Renop (tercatat Rp600, seharusnya Rp600.000) - 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Nilai anggaran pada sistem Renop sesuai rincian RAB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Admin Renop / Ketua Program Studi S1 Akuntansi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Pengembangan Kompetensi Dosen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Koreksi nilai realisasi dicairkan pada sistem Renop (tercatat Rp815, seharusnya Rp815.000) - 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Nilai realisasi pada sistem Renop sesuai rincian RAB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Admin Renop / Dekan FEB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Penerimaan Mahasiswa Baru tahun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Penetapan alokasi anggaran tersendiri pada revisi RKAT Semester II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Alokasi anggaran tercatat dan dapat direalisasikan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Dekan FEB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Rapat Senat Fakultas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Penetapan alokasi anggaran tersendiri pada revisi RKAT Semester II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Alokasi anggaran tercatat dan dapat direalisasikan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Dekan FEB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5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Rapat Koordinasi Struktural FEB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Penetapan alokasi anggaran tersendiri pada revisi RKAT Semester II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Alokasi anggaran tercatat dan dapat direalisasikan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Dekan FEB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6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Proses perkuliahan S1 Akuntansi dengan aplikasi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Penetapan alokasi anggaran tersendiri pada revisi RKAT Semester II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Alokasi anggaran tercatat dan dapat direalisasikan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Ketua Program Studi S1 Akuntansi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059962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296215"/>
            <a:ext cx="9720072" cy="631064"/>
          </a:xfrm>
        </p:spPr>
        <p:txBody>
          <a:bodyPr>
            <a:normAutofit/>
          </a:bodyPr>
          <a:lstStyle/>
          <a:p>
            <a:r>
              <a:rPr lang="en-US" sz="4000" dirty="0" smtClean="0"/>
              <a:t>RENCANA KERJA DAN ANGGARAN PERUBAHAN</a:t>
            </a:r>
            <a:endParaRPr lang="en-US" sz="4000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70233192"/>
              </p:ext>
            </p:extLst>
          </p:nvPr>
        </p:nvGraphicFramePr>
        <p:xfrm>
          <a:off x="1023938" y="1133343"/>
          <a:ext cx="9614011" cy="54973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1983"/>
                <a:gridCol w="2588654"/>
                <a:gridCol w="2305318"/>
                <a:gridCol w="1931764"/>
                <a:gridCol w="1996292"/>
              </a:tblGrid>
              <a:tr h="47562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No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NAMA PROKER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INDIKATOR KEBERHASILAN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ANGGARAN (%)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SASARAN DAN WAKTU PELAKSANAAN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1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Perpanjangan Test Center (TC)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Perpanjangan terlaksana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t"/>
                      <a:r>
                        <a:t>Rp 3.500.000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2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Perpajangan STTD (Surat Tanda Terdaftar) IAPI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Perpanjangan terlaksana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2.500.000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3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AL S1 Akuntansi &amp; Honor pembuatan dokumen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Asesmen lapangan terlaksana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27.500.000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>4</a:t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Reakreditasi S1 Akuntansi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t>Proses reakreditasi terlaksana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Rp 59.000.000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t>Semester II 2026</a:t>
                      </a:r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  <a:tr h="475627">
                <a:tc>
                  <a:txBody>
                    <a:bodyPr/>
                    <a:lstStyle/>
                    <a:p>
                      <a:pPr algn="l" fontAlgn="b"/>
                      <a:r>
                        <a:rPr lang="en-US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</a:rPr>
                        <a:t/>
                      </a: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l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/>
                      <a:endParaRPr lang="en-US" sz="20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anchor="b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1373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2068</TotalTime>
  <Words>270</Words>
  <Application>Microsoft Office PowerPoint</Application>
  <PresentationFormat>Widescreen</PresentationFormat>
  <Paragraphs>118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Arial</vt:lpstr>
      <vt:lpstr>Calibri</vt:lpstr>
      <vt:lpstr>Calibri Light</vt:lpstr>
      <vt:lpstr>MS Mincho</vt:lpstr>
      <vt:lpstr>Times New Roman</vt:lpstr>
      <vt:lpstr>Retrospect</vt:lpstr>
      <vt:lpstr>MONITORING DAN EVALUASI RKAT SEMESTER 1 TAHUN 2026 UNIVERSITAS STIKUBANK</vt:lpstr>
      <vt:lpstr>Isi paparan</vt:lpstr>
      <vt:lpstr>EXECUTIVE MATRIX SUMMARY</vt:lpstr>
      <vt:lpstr>CAPAIAN PROKER</vt:lpstr>
      <vt:lpstr>FAKTOR PENDUKUNG KEBERHASILAN PROKER</vt:lpstr>
      <vt:lpstr>FAKTOR PENGHAMBAT PELAKSANAAN PROKER</vt:lpstr>
      <vt:lpstr>MATRIX RISIKO</vt:lpstr>
      <vt:lpstr>RENCANA PERBAIKAN SEMESTER 2 TAHUN 2026</vt:lpstr>
      <vt:lpstr>RENCANA KERJA DAN ANGGARAN PERUBAHAN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Bahan sharing</dc:title>
  <dc:creator>Windows User</dc:creator>
  <cp:lastModifiedBy>Windows User</cp:lastModifiedBy>
  <cp:revision>28</cp:revision>
  <dcterms:created xsi:type="dcterms:W3CDTF">2024-11-04T15:57:02Z</dcterms:created>
  <dcterms:modified xsi:type="dcterms:W3CDTF">2026-07-23T08:31:40Z</dcterms:modified>
</cp:coreProperties>
</file>