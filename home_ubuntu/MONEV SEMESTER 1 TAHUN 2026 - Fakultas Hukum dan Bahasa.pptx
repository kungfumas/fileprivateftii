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4" r:id="rId3"/>
    <p:sldId id="281" r:id="rId4"/>
    <p:sldId id="276" r:id="rId5"/>
    <p:sldId id="282" r:id="rId6"/>
    <p:sldId id="283" r:id="rId7"/>
    <p:sldId id="287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8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5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3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0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MONITORING DAN EVALUASI RKAT SEMESTER 1 TAHUN </a:t>
            </a:r>
            <a:r>
              <a:rPr lang="en-US" sz="6000" dirty="0" smtClean="0"/>
              <a:t>2026 UNIVERSITAS STIKUBANK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KERJA : FAKULTAS HUKUM DAN BAHASA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</a:t>
            </a:r>
            <a:r>
              <a:rPr lang="en-US" dirty="0" err="1" smtClean="0"/>
              <a:t>paparan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81719"/>
            <a:ext cx="9601196" cy="37941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EXECUTIVE MATRIX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CAPAIAN PROKER SEMESTER 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FAKTOR-FAKTOR PENDUKUNG KEBERHASILAN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 PENGHAMBAT PELAKSANAAN PROKER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MATRIX RISIKO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PERBAIKAN SEMESTER II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KERJA DAN ANGGARAN PERUBAHAN (RKAP) SEMESTER 2 TAHUN 2026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206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MATRIX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822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22"/>
                <a:gridCol w="5792777"/>
                <a:gridCol w="3352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ASPEK PERHATIAN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TINGKAT CAPAIAN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Kinerja Program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Rata-rata capaian ±42% dari 39 program kerja (21 Prodi Ilmu Hukum, 18 Prodi Sastra Inggris)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Serapan Anggaran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±19% (Rp19,69 juta terealisasi dari Rp103,79 juta anggaran RKAT Semester I)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9 dari 38 indikator (±24%) tercapai penuh; 6 dalam proses/sebagian tercapai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Program Selesai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6 dari 39 program (±15%) telah tercapai/selesai (status Hijau)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Risiko Tinggi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10 dari 23 risiko teridentifikasi berlevel Tinggi (±43%), didominasi risiko akademik &amp; keuangan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Program Terlambat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16 dari 39 program (±41%) belum terlaksana/berstatus Belum Tercapai (Merah)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Program Disetujui (RKAT)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39 program kerja disetujui (21 Prodi Ilmu Hukum, 18 Prodi Sastra Inggris)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Rekomendasi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Percepatan pelaksanaan program Semester II, penyesuaian anggaran sesuai kebutuhan riil, penguatan mitigasi risiko tinggi, serta monitoring &amp; evaluasi berkala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/>
                  </a:txBody>
                  <a:tcPr marL="94621" marR="94621"/>
                </a:tc>
                <a:tc>
                  <a:txBody>
                    <a:bodyPr/>
                    <a:lstStyle/>
                    <a:p/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5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1030310"/>
          </a:xfrm>
        </p:spPr>
        <p:txBody>
          <a:bodyPr/>
          <a:lstStyle/>
          <a:p>
            <a:r>
              <a:rPr lang="en-US" dirty="0" smtClean="0"/>
              <a:t>CAPAIAN PROKER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4217"/>
              </p:ext>
            </p:extLst>
          </p:nvPr>
        </p:nvGraphicFramePr>
        <p:xfrm>
          <a:off x="1023938" y="1133343"/>
          <a:ext cx="9614011" cy="523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868"/>
                <a:gridCol w="1760618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REALISASI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Gaji Mengajar Dosen Luar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Rp28.685.000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Rp12.315.000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r>
                        <a:t>42,9%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Honor Pembimbing Skripsi dgn Publikasi Jurnal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Rp13.750.000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Rp90.000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0,7%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Gaji Mengajar Dosen Luar Sastra Inggris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Rp7.585.000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Rp2.665.000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35,1%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Honor Pembimbing Skripsi dgn Publikasi Jurnal Sastra Inggris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Rp6.250.000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Rp1.500.000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24,0%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Stadium General Fakultas (Prodi Ilmu Hukum)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Rp5.000.000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Pembayaran Iuran Asosiasi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Rp5.000.000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Stadium General Fakultas (Prodi Sastra Inggris)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Rp5.000.000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Honor Magang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Rp3.000.000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Sertifikasi Kompetensi Dosen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Rp2.400.000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Seminar dan Workshop Prodi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Rp2.000.000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Rp0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8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70833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PENDUKUNG KEBERHASILAN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2301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BERHASIL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Gaji Mengajar Dosen Luar Sastra Inggris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Honor dosen luar dibayarkan tepat waktu, perkuliahan berjalan lancar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r>
                        <a:t>Perencanaan program tersusun baik; komitmen dosen &amp; pimpinan prodi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Pembayaran Iuran Asosiasi Sastra Inggris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Keanggotaan asosiasi tetap aktif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Kelancaran administrasi keuangan &amp; koordinasi dengan asosiasi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Rapat Koordinasi Prodi Sastra Inggris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Rapat koordinasi terlaksana sesuai jadwal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Sinergi antara pimpinan prodi, fakultas, dan dosen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Biaya Partisipasi Lomba Mahasiswa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Mahasiswa berhasil mengikuti lomba karya ilmiah tingkat nasional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Partisipasi aktif mahasiswa &amp; kolaborasi dengan mitra eksternal (USM)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Rapat Koordinasi FHB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Rapat fakultas terlaksana menyelaraskan perencanaan &amp; evaluasi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Komitmen pimpinan fakultas dalam koordinasi rutin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Rapat Koordinasi Prodi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Rapat program studi terlaksana sesuai jadwal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Koordinasi internal program studi berjalan baik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Biaya Partisipasi Lomba Mahasiswa Sastra Inggris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Mahasiswa aktif mengikuti berbagai kompetisi (golf, PEKSIMIDA)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80%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Partisipasi aktif mahasiswa dalam kegiatan non-akademik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Honor Remidi dan SPK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Remedial dan SPK terlaksana Februari-April 2026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Program rutin yang telah memiliki jadwal jelas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Gaji Mengajar Dosen Luar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Perkuliahan dosen praktisi (Hukum Waris)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Koordinasi dengan praktisi eksternal telah berjalan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Implementasi Kerja Sama dan Kemitraan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Kerja sama dengan USM, Dinas Arpus, dan instansi lain berjalan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Kolaborasi dengan instansi eksternal (USM, Arpus, Pemkot Semarang)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697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PENGHAMBAT PELAKSANAAN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36898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GAGAL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Survey Mahasiswa, Alumni dan Stakeholder (Ilmu Hukum)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Survei belum terlaksana, target Oktober 2026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r>
                        <a:t>Belum memasuki jadwal pelaksanaan sesuai kalender kegiatan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Workshop dan FGD VMTS (Ilmu Hukum)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terlaksana, masih tahap koordinasi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Proses koordinasi dengan narasumber &amp; mitra eksternal masih berlangsung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Sosialisasi VMTS FHB (Ilmu Hukum)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Menunggu selesainya FGD Kurikulum OBE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Audiensi dengan Mahasiswa FHB (Ilmu Hukum)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Menunggu konfirmasi dan kesiapan mahasiswa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Pelatihan Karya Inovasi Mahasiswa Ber HKI dan ISBN (Ilmu Hukum)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Kegiatan dijadwalkan Oktober-Desember 2026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Stadium General Fakultas (Ilmu Hukum)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terlaksana, dijadwalkan November-Desember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Menunggu jadwal pelaksanaan pada akhir tahun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Survey Mahasiswa, Alumni dan Stakeholder (Sastra Inggris)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memasuki jadwal pelaksanaan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Workshop dan FGD VMTS (Sastra Inggris)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Proses koordinasi dengan narasumber belum selesai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Sosialisasi VMTS FHB (Sastra Inggris)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Menunggu hasil FGD Kurikulum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Sertifikasi Kompetensi Dosen Sastra Inggris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ada dosen yang mengajukan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Belum optimalnya pemanfaatan anggaran sertifikasi dosen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0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RISIKO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811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RISIKO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PROBABILITAS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DAMPAK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MITIGASI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PIS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Keterlambatan pelaksanaan kegiatan akademik (studi lapangan, seminar, workshop, FGD, stadium general)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Menyusun timeline rinci dan melakukan monitoring pelaksanaan secara berkala.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Kaprodi &amp; Ketua Panitia (Ilmu Hukum)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Rendahnya serapan anggaran hingga pertengahan tahun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Menyusun jadwal penyerapan anggaran per triwulan dan monitoring realisasi berkala.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Kaprodi &amp; Bagian Keuangan (Sastra Inggris)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Anggaran tidak mencukupi untuk kegiatan remedial dan partisipasi lomba mahasiswa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Melakukan evaluasi dan revisi anggaran sesuai kebutuhan riil.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Kaprodi &amp; Divisi Keuangan (Ilmu Hukum)</a:t>
                      </a: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Sertifikasi kompetensi dosen tidak terlaksana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Menetapkan target peserta sertifikasi dan memberikan pendampingan kepada dosen.</a:t>
                      </a: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Kaprodi (Sastra Inggris)</a:t>
                      </a:r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PERBAIKAN SEMESTER 2 TAHUN 2026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439849"/>
              </p:ext>
            </p:extLst>
          </p:nvPr>
        </p:nvGraphicFramePr>
        <p:xfrm>
          <a:off x="1023938" y="1133343"/>
          <a:ext cx="9614011" cy="525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301162"/>
                <a:gridCol w="2537071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AGENDA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TARGET HASIL DAN WAKTU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BERHASIL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Percepatan pelaksanaan Studi Lapangan Ilmu Hukum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Terlaksana September 2026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Kegiatan terlaksana 100% sesuai jadwal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r>
                        <a:t>Kaprodi Ilmu Hukum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Pelaksanaan Survei Mahasiswa, Alumni &amp; Stakeholder (FHB)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Terlaksana awal semester ganjil 2026/2027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3 survei terlaksana sebagai dasar evaluasi mutu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Kaprodi Ilmu Hukum &amp; Sastra Inggris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Percepatan Workshop dan FGD VMTS (FHB)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Terlaksana awal semester ganjil 2026/2027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Workshop &amp; FGD VMTS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Kaprodi &amp; Dekanat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Sosialisasi VMTS FHB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Dilaksanakan setelah FGD Kurikulum selesai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Sosialisasi menjangkau seluruh sivitas akademika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Kaprodi Ilmu Hukum &amp; Sastra Inggris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Penyelesaian FGD Kurikulum OBE (FHB)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Semester ganjil 2026/2027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FGD terlaksana, kurikulum selaras kebutuhan stakeholder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Kaprodi &amp; Tim Kurikulum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Percepatan pencairan Honor Pembimbing Skripsi &amp; Magang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Diselesaikan awal Semester II 2026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Seluruh honor tercairkan sesuai realisasi kegiatan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Kaprodi &amp; Bagian Keuangan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Mendorong Sertifikasi Kompetensi Dosen (FHB)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Agustus-Desember 2026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Minimal 1 dosen per prodi mengikuti sertifikasi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Kaprodi Ilmu Hukum &amp; Sastra Inggris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Audiensi dengan Mahasiswa FHB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Terlaksana pada Semester II 2026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Forum dialog mahasiswa terlaksana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Wakil Dekan Bid. Kemahasiswaan &amp; Kaprodi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Pendampingan HKI dan ISBN Karya Inovasi Mahasiswa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Pengajuan selesai pada Semester II 2026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Karya inovasi terdaftar HKI/ISBN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Kaprodi &amp; Dosen Pembimbing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Implementasi Kerja Sama Nasional dan Internasional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Minimal 3 implementasi nyata pada semester ganjil 2026/2027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Kerja sama terealisasi dalam kegiatan tridarma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Kaprodi &amp; Unit Kerja Sama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99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KERJA DAN ANGGARAN PERUBAHAN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233192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2588654"/>
                <a:gridCol w="2305318"/>
                <a:gridCol w="193176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SASARAN DAN WAKTU PELAKSANAAN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Honor Remidi dan Semester Pendek (Ilmu Hukum &amp; Sastra Inggris)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Anggaran disesuaikan dengan realisasi riil agar tidak melebihi alokasi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r>
                        <a:t>Awal Semester II 2026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Survey Mahasiswa, Alumni dan Stakeholder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Jadwal survei pasti &amp; memanfaatkan aplikasi survei daring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Oktober 2026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Workshop dan FGD VMTS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Terintegrasi dengan agenda fakultas agar lebih efisien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Awal semester ganjil 2026/2027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FGD Kurikulum OBE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Selaras dengan agenda pengembangan kurikulum universitas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Semester ganjil 2026/2027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Sertifikasi Kompetensi Dosen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Target peserta &amp; jadwal ditetapkan sejak awal semester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Agustus-Desember 2026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Pelatihan Karya Inovasi Mahasiswa Ber HKI dan ISBN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Pendampingan teknis hingga tahap pengajuan HKI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Oktober-Desember 2026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Partisipasi Lomba Mahasiswa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Anggaran dialokasikan lebih fleksibel (lomba nonberbayar diperhitungkan)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Sepanjang Semester II 2026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Implementasi Kerja Sama Nasional dan Internasional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Fokus pada implementasi nyata (guest lecture, penelitian, student mobility)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Semester ganjil 2026/2027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Seminar, Workshop, dan Stadium General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Jadwal ditetapkan sejak awal semester agar serapan lebih merata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September-November 2026</a:t>
                      </a: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Penyelenggaraan Lomba Fakultas (Speech Contest)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Kerja sama dengan Dinas Arsip dan Perpustakaan Kota Semarang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t>Oktober 2026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7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2068</TotalTime>
  <Words>270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MS Mincho</vt:lpstr>
      <vt:lpstr>Times New Roman</vt:lpstr>
      <vt:lpstr>Retrospect</vt:lpstr>
      <vt:lpstr>MONITORING DAN EVALUASI RKAT SEMESTER 1 TAHUN 2026 UNIVERSITAS STIKUBANK</vt:lpstr>
      <vt:lpstr>Isi paparan</vt:lpstr>
      <vt:lpstr>EXECUTIVE MATRIX SUMMARY</vt:lpstr>
      <vt:lpstr>CAPAIAN PROKER</vt:lpstr>
      <vt:lpstr>FAKTOR PENDUKUNG KEBERHASILAN PROKER</vt:lpstr>
      <vt:lpstr>FAKTOR PENGHAMBAT PELAKSANAAN PROKER</vt:lpstr>
      <vt:lpstr>MATRIX RISIKO</vt:lpstr>
      <vt:lpstr>RENCANA PERBAIKAN SEMESTER 2 TAHUN 2026</vt:lpstr>
      <vt:lpstr>RENCANA KERJA DAN ANGGARAN PERUBAHAN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Bahan sharing</dc:title>
  <dc:creator>Windows User</dc:creator>
  <cp:lastModifiedBy>Windows User</cp:lastModifiedBy>
  <cp:revision>28</cp:revision>
  <dcterms:created xsi:type="dcterms:W3CDTF">2024-11-04T15:57:02Z</dcterms:created>
  <dcterms:modified xsi:type="dcterms:W3CDTF">2026-07-23T08:31:40Z</dcterms:modified>
</cp:coreProperties>
</file>